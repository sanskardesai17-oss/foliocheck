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47f57fc-df25-83b9-f2dc-9c8e4e3e0d4e}">
          <p14:sldIdLst>
            <p14:sldId id="256"/>
          </p14:sldIdLst>
        </p14:section>
        <p14:section name="Problem" id="{2413591a-2c7f-85ec-09ae-901c81d6404d}">
          <p14:sldIdLst>
            <p14:sldId id="257"/>
          </p14:sldIdLst>
        </p14:section>
        <p14:section name="Solution" id="{00e70a90-2132-ec27-8dc1-6e232eb6158a}">
          <p14:sldIdLst>
            <p14:sldId id="258"/>
            <p14:sldId id="259"/>
          </p14:sldIdLst>
        </p14:section>
        <p14:section name="Business" id="{43bd48a0-262b-32ae-ef7e-2d450e6549fb}">
          <p14:sldIdLst>
            <p14:sldId id="260"/>
            <p14:sldId id="261"/>
          </p14:sldIdLst>
        </p14:section>
        <p14:section name="Impact" id="{f0e1cea4-bfac-26c4-430a-fbb666088fcd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82296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FolioCheck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</a:rPr>
              <a:t>Resume &amp; Project Portfolio Parser for Students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6"/>
                </a:solidFill>
              </a:rPr>
              <a:t>Scans resumes, project reports and lab reports, highlights what's missing, and suggests how to improve the structure.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</a:rPr>
              <a:t>IBM SkillsBuild  |  Masterclass 5: Creating Real Life Projects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B6A"/>
                </a:solidFill>
              </a:rPr>
              <a:t>Student documents are submitted with avoidable gaps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265176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64008" cy="2651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Incomplete work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Missing objectives, methodology, analysis, references, or measurable achievements on a resume.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265176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645920"/>
            <a:ext cx="64008" cy="2651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Slow feedback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488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Faculty have limited time, so reviews are late, generic and inconsistent between reviewers.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560320" cy="265176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64008" cy="2651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Late discovery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1488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Students learn what was missing only after losing marks or missing interview shortlists.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1. Parse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Upload a PDF or DOCX. The tool detects sections such as abstract, methodology, results, skills and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280160"/>
            <a:ext cx="64008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2. Highlight gaps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Compares the document with a standard checklist or a teacher's rubric and flags missing or weak items.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280160"/>
            <a:ext cx="64008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3. Suggest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Gives a readiness score and clear, supportive tips on structure, ordering, length and quantified results.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0" y="1874520"/>
            <a:ext cx="822960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Upload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Resume, project or lab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7752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73552" y="1874520"/>
            <a:ext cx="822960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176272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Extract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Text and headings via NLP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15384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1538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01184" y="1874520"/>
            <a:ext cx="822960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803904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Match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Checklist or rubric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43016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4301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28816" y="1874520"/>
            <a:ext cx="822960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431536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Generate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AI suggestions per gap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7064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064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Revise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Dashboard, fix, re-upload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B6A"/>
                </a:solidFill>
              </a:rPr>
              <a:t>Built on IBM watsonx or a similar AI service for language understanding and suggestion generation.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Who it's for and how it earns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64008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Customers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Primary: undergraduate students in India preparing project reports, lab records and placement resumes.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Secondary: faculty, lab instructors and training and placement cells.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Early adopters: 2nd and 3rd year engineering students.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80160"/>
            <a:ext cx="64008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Revenue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Free tier with limited scans per month.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Premium student plan with unlimited scans and detailed suggestions.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Institutional licences with rubric management and a faculty analytics dashboard.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Lean Canvas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9202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UVP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234440"/>
            <a:ext cx="61264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1234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Know what's missing in your resume or report before your teacher or recruiter does.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19202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56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Channels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856232"/>
            <a:ext cx="61264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8562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Placement cells, campus ambassadors, creators on LinkedIn/Instagram/YouTube, faculty referrals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19202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780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metrics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2478024"/>
            <a:ext cx="61264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4780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Scans per week, score improvement, free-to-paid conversion, partner colleges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99816"/>
            <a:ext cx="19202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998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Unfair advantage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3099816"/>
            <a:ext cx="61264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0998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Growing rubric library, anonymised gap data, college partnerships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19202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721608"/>
            <a:ext cx="612648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37216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Cloud and AI APIs, development, marketing, security and support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</a:rPr>
              <a:t>Impact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64008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Expected impact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Higher-quality student submissions and stronger resumes.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Faster, more consistent first-level review for faculty.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Better documentation habits that carry into careers.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2926080"/>
          </a:xfrm>
          <a:prstGeom prst="rect">
            <a:avLst/>
          </a:prstGeom>
          <a:solidFill>
            <a:srgbClr val="F3F7FA"/>
          </a:solidFill>
          <a:ln w="9525">
            <a:solidFill>
              <a:srgbClr val="D5DF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8016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1. Prototype for resumes and lab reports.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2. Test with a small group of students and one faculty member.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3. Refine checklists and suggestion quality, then pilot with a college.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</a:rPr>
              <a:t>FolioCheck: fix the gaps before anyone else finds them.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lioCheck">
  <a:themeElements>
    <a:clrScheme name="FolioCheck">
      <a:dk1>
        <a:srgbClr val="1B2733"/>
      </a:dk1>
      <a:lt1>
        <a:srgbClr val="FFFFFF"/>
      </a:lt1>
      <a:dk2>
        <a:srgbClr val="0F2A47"/>
      </a:dk2>
      <a:lt2>
        <a:srgbClr val="F3F7FA"/>
      </a:lt2>
      <a:accent1>
        <a:srgbClr val="0E7C86"/>
      </a:accent1>
      <a:accent2>
        <a:srgbClr val="F2A33A"/>
      </a:accent2>
      <a:accent3>
        <a:srgbClr val="3B82C4"/>
      </a:accent3>
      <a:accent4>
        <a:srgbClr val="6BAA75"/>
      </a:accent4>
      <a:accent5>
        <a:srgbClr val="C4573B"/>
      </a:accent5>
      <a:accent6>
        <a:srgbClr val="7A6BB0"/>
      </a:accent6>
      <a:hlink>
        <a:srgbClr val="0E7C86"/>
      </a:hlink>
      <a:folHlink>
        <a:srgbClr val="7A6BB0"/>
      </a:folHlink>
    </a:clrScheme>
    <a:fontScheme name="FolioCh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FolioCheck</dc:title>
  <dc:subject>PptxGenJS Presentation</dc:subject>
  <dc:creator>IBM SkillsBuild Project</dc:creator>
  <cp:lastModifiedBy>IBM SkillsBuild Project</cp:lastModifiedBy>
  <cp:revision>1</cp:revision>
  <dcterms:created xsi:type="dcterms:W3CDTF">2026-10-15T11:16:24Z</dcterms:created>
  <dcterms:modified xsi:type="dcterms:W3CDTF">2026-10-15T11:16:24Z</dcterms:modified>
</cp:coreProperties>
</file>